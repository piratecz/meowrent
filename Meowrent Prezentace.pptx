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6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0" d="100"/>
          <a:sy n="90" d="100"/>
        </p:scale>
        <p:origin x="30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393AC-1BF5-43F8-A041-84A5AFB40C96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A0F3-13F3-4AC3-9C45-3E4BDC81D2AA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86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393AC-1BF5-43F8-A041-84A5AFB40C96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A0F3-13F3-4AC3-9C45-3E4BDC81D2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98825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393AC-1BF5-43F8-A041-84A5AFB40C96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A0F3-13F3-4AC3-9C45-3E4BDC81D2AA}" type="slidenum">
              <a:rPr lang="cs-CZ" smtClean="0"/>
              <a:t>‹#›</a:t>
            </a:fld>
            <a:endParaRPr lang="cs-CZ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117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393AC-1BF5-43F8-A041-84A5AFB40C96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A0F3-13F3-4AC3-9C45-3E4BDC81D2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3071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393AC-1BF5-43F8-A041-84A5AFB40C96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A0F3-13F3-4AC3-9C45-3E4BDC81D2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395844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393AC-1BF5-43F8-A041-84A5AFB40C96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A0F3-13F3-4AC3-9C45-3E4BDC81D2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3158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393AC-1BF5-43F8-A041-84A5AFB40C96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A0F3-13F3-4AC3-9C45-3E4BDC81D2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65571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C1393AC-1BF5-43F8-A041-84A5AFB40C96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E79A0F3-13F3-4AC3-9C45-3E4BDC81D2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37382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393AC-1BF5-43F8-A041-84A5AFB40C96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A0F3-13F3-4AC3-9C45-3E4BDC81D2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806256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393AC-1BF5-43F8-A041-84A5AFB40C96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A0F3-13F3-4AC3-9C45-3E4BDC81D2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93390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393AC-1BF5-43F8-A041-84A5AFB40C96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79A0F3-13F3-4AC3-9C45-3E4BDC81D2A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9981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C1393AC-1BF5-43F8-A041-84A5AFB40C96}" type="datetimeFigureOut">
              <a:rPr lang="cs-CZ" smtClean="0"/>
              <a:t>20.01.2026</a:t>
            </a:fld>
            <a:endParaRPr lang="cs-C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E79A0F3-13F3-4AC3-9C45-3E4BDC81D2AA}" type="slidenum">
              <a:rPr lang="cs-CZ" smtClean="0"/>
              <a:t>‹#›</a:t>
            </a:fld>
            <a:endParaRPr lang="cs-CZ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841899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7" r:id="rId1"/>
    <p:sldLayoutId id="2147483788" r:id="rId2"/>
    <p:sldLayoutId id="2147483789" r:id="rId3"/>
    <p:sldLayoutId id="2147483790" r:id="rId4"/>
    <p:sldLayoutId id="2147483791" r:id="rId5"/>
    <p:sldLayoutId id="2147483792" r:id="rId6"/>
    <p:sldLayoutId id="2147483793" r:id="rId7"/>
    <p:sldLayoutId id="2147483794" r:id="rId8"/>
    <p:sldLayoutId id="2147483795" r:id="rId9"/>
    <p:sldLayoutId id="2147483796" r:id="rId10"/>
    <p:sldLayoutId id="214748379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E596A9-B1E5-0382-870B-94F92FECC39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noProof="0" dirty="0">
                <a:latin typeface="Roboto" panose="02000000000000000000" pitchFamily="2" charset="0"/>
                <a:ea typeface="Roboto" panose="02000000000000000000" pitchFamily="2" charset="0"/>
              </a:rPr>
              <a:t>Meowrent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976001-3248-8DC2-0D13-123FCDAB071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cs-CZ" noProof="0" dirty="0">
                <a:latin typeface="Roboto" panose="02000000000000000000" pitchFamily="2" charset="0"/>
                <a:ea typeface="Roboto" panose="02000000000000000000" pitchFamily="2" charset="0"/>
              </a:rPr>
              <a:t>Filip Schod 3ITC</a:t>
            </a:r>
          </a:p>
        </p:txBody>
      </p:sp>
    </p:spTree>
    <p:extLst>
      <p:ext uri="{BB962C8B-B14F-4D97-AF65-F5344CB8AC3E}">
        <p14:creationId xmlns:p14="http://schemas.microsoft.com/office/powerpoint/2010/main" val="353455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F1FDDB-259C-ED9D-694E-A88A3C4395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noProof="0" dirty="0"/>
              <a:t>Představení projektu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C62A68-E9E3-AA54-35DD-2F3B9F8B09AC}"/>
              </a:ext>
            </a:extLst>
          </p:cNvPr>
          <p:cNvSpPr txBox="1"/>
          <p:nvPr/>
        </p:nvSpPr>
        <p:spPr>
          <a:xfrm>
            <a:off x="1097279" y="2043485"/>
            <a:ext cx="3800723" cy="9848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00" indent="-360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cs-CZ" sz="2400" noProof="0" dirty="0"/>
              <a:t>Co je to Meowrent?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Wingdings" panose="05000000000000000000" pitchFamily="2" charset="2"/>
              <a:buChar char="§"/>
            </a:pPr>
            <a:r>
              <a:rPr lang="cs-CZ" sz="2400" noProof="0" dirty="0"/>
              <a:t>Kdo využije Meowrent?</a:t>
            </a:r>
          </a:p>
        </p:txBody>
      </p:sp>
    </p:spTree>
    <p:extLst>
      <p:ext uri="{BB962C8B-B14F-4D97-AF65-F5344CB8AC3E}">
        <p14:creationId xmlns:p14="http://schemas.microsoft.com/office/powerpoint/2010/main" val="830134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999E5CD5-9662-4EF3-AACB-A8E0654F2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AAD08B-6B54-7DBF-2144-992BBFEB4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6868" y="634946"/>
            <a:ext cx="4592874" cy="1450757"/>
          </a:xfrm>
        </p:spPr>
        <p:txBody>
          <a:bodyPr>
            <a:normAutofit/>
          </a:bodyPr>
          <a:lstStyle/>
          <a:p>
            <a:r>
              <a:rPr lang="cs-CZ" noProof="0" dirty="0"/>
              <a:t>Inspirace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BD90BCB-414D-4938-90B6-B847A7451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79458" cy="6334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B10CA74-5251-4B3B-8E17-EB8236704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3" y="321733"/>
            <a:ext cx="3057906" cy="3408237"/>
          </a:xfrm>
          <a:prstGeom prst="rect">
            <a:avLst/>
          </a:prstGeom>
          <a:solidFill>
            <a:srgbClr val="FFFFFF"/>
          </a:solidFill>
          <a:ln w="6350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0BE02D2-56F6-4014-99B5-78F75D900F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12061" y="321733"/>
            <a:ext cx="2583939" cy="19552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1A9F2EA-327A-42E8-AA07-36BA9A1DD0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46569" y="2085703"/>
            <a:ext cx="4114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 31">
            <a:extLst>
              <a:ext uri="{FF2B5EF4-FFF2-40B4-BE49-F238E27FC236}">
                <a16:creationId xmlns:a16="http://schemas.microsoft.com/office/drawing/2014/main" id="{05C365A5-6103-4217-8653-5FF1AE5C04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3" y="3879167"/>
            <a:ext cx="3057906" cy="213556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38FBFD3-9A68-403D-BB72-42A371B72B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28588" y="2451014"/>
            <a:ext cx="2567411" cy="3532765"/>
          </a:xfrm>
          <a:prstGeom prst="rect">
            <a:avLst/>
          </a:prstGeom>
          <a:solidFill>
            <a:srgbClr val="FFFFFF"/>
          </a:solidFill>
          <a:ln w="6350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715870-4311-C6EE-82C3-F7E1F75297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3145" y="938162"/>
            <a:ext cx="2295082" cy="2295082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2CC915-F329-063B-3130-A206F473E6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6868" y="2198914"/>
            <a:ext cx="4592874" cy="3670180"/>
          </a:xfrm>
        </p:spPr>
        <p:txBody>
          <a:bodyPr>
            <a:normAutofit/>
          </a:bodyPr>
          <a:lstStyle/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cs-CZ" noProof="0" dirty="0"/>
              <a:t>qBittorrent</a:t>
            </a:r>
          </a:p>
          <a:p>
            <a:pPr marL="360000" indent="-360000"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cs-CZ" noProof="0" dirty="0"/>
              <a:t>WebTorrent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22B6273-2FFA-4590-A2DE-BA200B2BD6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noProof="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56FAEA5-4D27-4180-827C-878D97B5E4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noProof="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6CA5EAB-B31D-BEA4-815C-EE1D7C6CD8D4}"/>
              </a:ext>
            </a:extLst>
          </p:cNvPr>
          <p:cNvSpPr/>
          <p:nvPr/>
        </p:nvSpPr>
        <p:spPr>
          <a:xfrm>
            <a:off x="3512060" y="321733"/>
            <a:ext cx="2583939" cy="19552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632E3B3-BEB4-A0B0-DCC9-A3CBC8776D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1679" y="2825046"/>
            <a:ext cx="2784700" cy="27847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5BB6953-4ED9-9AC4-26FD-99F2382B4482}"/>
              </a:ext>
            </a:extLst>
          </p:cNvPr>
          <p:cNvSpPr/>
          <p:nvPr/>
        </p:nvSpPr>
        <p:spPr>
          <a:xfrm>
            <a:off x="321734" y="3879167"/>
            <a:ext cx="3057906" cy="21956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77375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D5BC8AC-ED39-26D3-0795-D8CEAB940A74}"/>
              </a:ext>
            </a:extLst>
          </p:cNvPr>
          <p:cNvSpPr/>
          <p:nvPr/>
        </p:nvSpPr>
        <p:spPr>
          <a:xfrm>
            <a:off x="6956868" y="4468523"/>
            <a:ext cx="4913399" cy="146705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 useBgFill="1">
        <p:nvSpPr>
          <p:cNvPr id="1039" name="Rectangle 1038">
            <a:extLst>
              <a:ext uri="{FF2B5EF4-FFF2-40B4-BE49-F238E27FC236}">
                <a16:creationId xmlns:a16="http://schemas.microsoft.com/office/drawing/2014/main" id="{7645C5D5-3E06-43B1-8105-6E05E16399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5E63CD-D296-92C5-B8A2-DCEB8CBC6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6868" y="634946"/>
            <a:ext cx="4592874" cy="1450757"/>
          </a:xfrm>
        </p:spPr>
        <p:txBody>
          <a:bodyPr>
            <a:normAutofit/>
          </a:bodyPr>
          <a:lstStyle/>
          <a:p>
            <a:r>
              <a:rPr lang="cs-CZ" noProof="0" dirty="0"/>
              <a:t>Technologie</a:t>
            </a:r>
          </a:p>
        </p:txBody>
      </p:sp>
      <p:sp>
        <p:nvSpPr>
          <p:cNvPr id="1041" name="Rectangle 1040">
            <a:extLst>
              <a:ext uri="{FF2B5EF4-FFF2-40B4-BE49-F238E27FC236}">
                <a16:creationId xmlns:a16="http://schemas.microsoft.com/office/drawing/2014/main" id="{6AB9C172-8B9A-478A-9D1F-49231C4E95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479458" cy="6334316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43" name="Rectangle 1042">
            <a:extLst>
              <a:ext uri="{FF2B5EF4-FFF2-40B4-BE49-F238E27FC236}">
                <a16:creationId xmlns:a16="http://schemas.microsoft.com/office/drawing/2014/main" id="{EA722E9D-E86D-4453-9A85-C7AA1E44E7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3" y="321733"/>
            <a:ext cx="3057906" cy="3408237"/>
          </a:xfrm>
          <a:prstGeom prst="rect">
            <a:avLst/>
          </a:prstGeom>
          <a:solidFill>
            <a:srgbClr val="FFFFFF"/>
          </a:solidFill>
          <a:ln w="6350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6B2FC0-5DCD-2737-5F85-8A47540851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336" y="677412"/>
            <a:ext cx="2784700" cy="2784700"/>
          </a:xfrm>
          <a:prstGeom prst="rect">
            <a:avLst/>
          </a:prstGeom>
        </p:spPr>
      </p:pic>
      <p:sp>
        <p:nvSpPr>
          <p:cNvPr id="1045" name="Rectangle 1044">
            <a:extLst>
              <a:ext uri="{FF2B5EF4-FFF2-40B4-BE49-F238E27FC236}">
                <a16:creationId xmlns:a16="http://schemas.microsoft.com/office/drawing/2014/main" id="{A3FFAF77-9D53-4A3B-8161-3577E690E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28588" y="321733"/>
            <a:ext cx="2567411" cy="1978453"/>
          </a:xfrm>
          <a:prstGeom prst="rect">
            <a:avLst/>
          </a:prstGeom>
          <a:solidFill>
            <a:srgbClr val="FFFFFF"/>
          </a:solidFill>
          <a:ln w="6350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7C41EDA1-6264-F42E-70BB-E1E83C5780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86185" y="612967"/>
            <a:ext cx="2273649" cy="13926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47" name="Straight Connector 1046">
            <a:extLst>
              <a:ext uri="{FF2B5EF4-FFF2-40B4-BE49-F238E27FC236}">
                <a16:creationId xmlns:a16="http://schemas.microsoft.com/office/drawing/2014/main" id="{C7F8FBE1-6924-4406-9CAA-ED8225B39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046569" y="2085703"/>
            <a:ext cx="41148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9" name="Rectangle 1048">
            <a:extLst>
              <a:ext uri="{FF2B5EF4-FFF2-40B4-BE49-F238E27FC236}">
                <a16:creationId xmlns:a16="http://schemas.microsoft.com/office/drawing/2014/main" id="{B77199C3-B263-42C6-8E2B-1365C9AB0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3" y="3879167"/>
            <a:ext cx="3057906" cy="2130912"/>
          </a:xfrm>
          <a:prstGeom prst="rect">
            <a:avLst/>
          </a:prstGeom>
          <a:solidFill>
            <a:srgbClr val="FFFFFF"/>
          </a:solidFill>
          <a:ln w="6350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1051" name="Rectangle 1050">
            <a:extLst>
              <a:ext uri="{FF2B5EF4-FFF2-40B4-BE49-F238E27FC236}">
                <a16:creationId xmlns:a16="http://schemas.microsoft.com/office/drawing/2014/main" id="{EF42D2CB-C923-4323-AEC8-1C5862250F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28588" y="2451014"/>
            <a:ext cx="2567411" cy="3532765"/>
          </a:xfrm>
          <a:prstGeom prst="rect">
            <a:avLst/>
          </a:prstGeom>
          <a:solidFill>
            <a:srgbClr val="FFFFFF"/>
          </a:solidFill>
          <a:ln w="63500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FAF78F-5F5D-7384-CB26-B81E6D7E5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664752" y="3069855"/>
            <a:ext cx="2295082" cy="22950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5BF557-E81C-AF44-3C14-2007E413D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56868" y="2198914"/>
            <a:ext cx="4592874" cy="2122579"/>
          </a:xfrm>
        </p:spPr>
        <p:txBody>
          <a:bodyPr>
            <a:normAutofit/>
          </a:bodyPr>
          <a:lstStyle/>
          <a:p>
            <a:pPr marL="360000" indent="-36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cs-CZ" sz="1800" noProof="0" dirty="0"/>
              <a:t>Electron</a:t>
            </a:r>
          </a:p>
          <a:p>
            <a:pPr marL="360000" indent="-36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cs-CZ" sz="1800" noProof="0" dirty="0"/>
              <a:t>Node.js</a:t>
            </a:r>
          </a:p>
          <a:p>
            <a:pPr marL="360000" indent="-36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cs-CZ" sz="1800" noProof="0" dirty="0"/>
              <a:t>HTML, CSS, Javascript</a:t>
            </a:r>
          </a:p>
          <a:p>
            <a:pPr marL="360000" indent="-36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cs-CZ" sz="1800" noProof="0" dirty="0"/>
              <a:t>Webtorrent</a:t>
            </a:r>
          </a:p>
          <a:p>
            <a:pPr marL="360000" indent="-3600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</a:pPr>
            <a:r>
              <a:rPr lang="cs-CZ" sz="1800" noProof="0" dirty="0"/>
              <a:t>Neovim</a:t>
            </a:r>
          </a:p>
        </p:txBody>
      </p:sp>
      <p:sp>
        <p:nvSpPr>
          <p:cNvPr id="1053" name="Rectangle 1052">
            <a:extLst>
              <a:ext uri="{FF2B5EF4-FFF2-40B4-BE49-F238E27FC236}">
                <a16:creationId xmlns:a16="http://schemas.microsoft.com/office/drawing/2014/main" id="{56790B90-6CF4-473C-B18C-9395DC0E50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noProof="0" dirty="0"/>
          </a:p>
        </p:txBody>
      </p:sp>
      <p:sp>
        <p:nvSpPr>
          <p:cNvPr id="1055" name="Rectangle 1054">
            <a:extLst>
              <a:ext uri="{FF2B5EF4-FFF2-40B4-BE49-F238E27FC236}">
                <a16:creationId xmlns:a16="http://schemas.microsoft.com/office/drawing/2014/main" id="{7F1AC91B-3A14-473F-B95A-84F349E98A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noProof="0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F6810788-1888-7A2F-0400-CF013BCC45B9}"/>
              </a:ext>
            </a:extLst>
          </p:cNvPr>
          <p:cNvGrpSpPr/>
          <p:nvPr/>
        </p:nvGrpSpPr>
        <p:grpSpPr>
          <a:xfrm>
            <a:off x="455018" y="4468523"/>
            <a:ext cx="2732320" cy="929907"/>
            <a:chOff x="6489208" y="3420822"/>
            <a:chExt cx="1889506" cy="643067"/>
          </a:xfrm>
        </p:grpSpPr>
        <p:pic>
          <p:nvPicPr>
            <p:cNvPr id="1030" name="Picture 6" descr="CSS logo and symbol, meaning, history, PNG">
              <a:extLst>
                <a:ext uri="{FF2B5EF4-FFF2-40B4-BE49-F238E27FC236}">
                  <a16:creationId xmlns:a16="http://schemas.microsoft.com/office/drawing/2014/main" id="{CA757731-8C1A-144D-D556-D74B0520F39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06652" y="3429000"/>
              <a:ext cx="1118408" cy="629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4AE5AAA1-5C7F-6DE5-A68B-2C4C63E01B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89208" y="3420822"/>
              <a:ext cx="634889" cy="62910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BDA1E717-4044-E809-E6CD-6972DD6009A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43825" y="3429000"/>
              <a:ext cx="634889" cy="6348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755907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75564E2A-0D4C-4EF5-8455-4790C9A1AB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42B01DC-EDD3-4D68-AACD-E19168D52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8CE07E9-DEC9-42EC-87D4-2980740742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2200CA-46CA-5879-2231-05BF19260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354" y="643467"/>
            <a:ext cx="6472358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cs-CZ" sz="8000" noProof="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Ukázka aplikace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noProof="0" dirty="0"/>
          </a:p>
        </p:txBody>
      </p:sp>
    </p:spTree>
    <p:extLst>
      <p:ext uri="{BB962C8B-B14F-4D97-AF65-F5344CB8AC3E}">
        <p14:creationId xmlns:p14="http://schemas.microsoft.com/office/powerpoint/2010/main" val="29857957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D7202FF-631E-2A01-459D-0641022BB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0E42FF39-821F-FC64-B6B1-FEEFC1E97D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noProof="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B161A49-93D9-7546-D685-EAC9C63098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noProof="0" dirty="0"/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96573EA-FA84-731B-F830-BBA36362E6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1267AE3-4470-B590-C882-150D81D9E0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D0FEF7-84E0-8830-98FB-17D38A7DB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2354" y="643467"/>
            <a:ext cx="6472358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 noProof="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Závěr</a:t>
            </a:r>
            <a:endParaRPr lang="cs-CZ" sz="8000" noProof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1CBA36D-C7AA-C5B7-3119-06D258076C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EC678C0C-97A4-A04C-153B-03E539759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noProof="0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AB6C43-F55A-3A4A-64D3-93FC9D9D42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cs-CZ" noProof="0" dirty="0"/>
          </a:p>
        </p:txBody>
      </p:sp>
    </p:spTree>
    <p:extLst>
      <p:ext uri="{BB962C8B-B14F-4D97-AF65-F5344CB8AC3E}">
        <p14:creationId xmlns:p14="http://schemas.microsoft.com/office/powerpoint/2010/main" val="846016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Retrospect">
  <a:themeElements>
    <a:clrScheme name="Custom 1">
      <a:dk1>
        <a:srgbClr val="F9F7FC"/>
      </a:dk1>
      <a:lt1>
        <a:srgbClr val="0B070F"/>
      </a:lt1>
      <a:dk2>
        <a:srgbClr val="F9F7FC"/>
      </a:dk2>
      <a:lt2>
        <a:srgbClr val="0B070F"/>
      </a:lt2>
      <a:accent1>
        <a:srgbClr val="9C5EDB"/>
      </a:accent1>
      <a:accent2>
        <a:srgbClr val="B890E0"/>
      </a:accent2>
      <a:accent3>
        <a:srgbClr val="8549C3"/>
      </a:accent3>
      <a:accent4>
        <a:srgbClr val="6997AF"/>
      </a:accent4>
      <a:accent5>
        <a:srgbClr val="84ACB6"/>
      </a:accent5>
      <a:accent6>
        <a:srgbClr val="6F8183"/>
      </a:accent6>
      <a:hlink>
        <a:srgbClr val="6B9F25"/>
      </a:hlink>
      <a:folHlink>
        <a:srgbClr val="B26B02"/>
      </a:folHlink>
    </a:clrScheme>
    <a:fontScheme name="Roboto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CA72677B-2F8C-4192-8EBE-D360BE3B20F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2530</TotalTime>
  <Words>33</Words>
  <Application>Microsoft Office PowerPoint</Application>
  <PresentationFormat>Widescreen</PresentationFormat>
  <Paragraphs>16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Calibri</vt:lpstr>
      <vt:lpstr>Roboto</vt:lpstr>
      <vt:lpstr>Wingdings</vt:lpstr>
      <vt:lpstr>Retrospect</vt:lpstr>
      <vt:lpstr>Meowrent</vt:lpstr>
      <vt:lpstr>Představení projektu</vt:lpstr>
      <vt:lpstr>Inspirace</vt:lpstr>
      <vt:lpstr>Technologie</vt:lpstr>
      <vt:lpstr>Ukázka aplikace</vt:lpstr>
      <vt:lpstr>Závěr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Filip Schod (3ITC)</dc:creator>
  <cp:lastModifiedBy>Filip Schod (3ITC)</cp:lastModifiedBy>
  <cp:revision>14</cp:revision>
  <dcterms:created xsi:type="dcterms:W3CDTF">2026-01-17T17:10:29Z</dcterms:created>
  <dcterms:modified xsi:type="dcterms:W3CDTF">2026-01-20T08:24:08Z</dcterms:modified>
</cp:coreProperties>
</file>